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7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인공지능을 이용한 운영체제 취약점 점검에 관한 연구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Bash 스크립트 한계를 극복한 AI 기반 점검 방식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5400"/>
          </a:p>
          <a:p>
            <a:pPr>
              <a:defRPr sz="1400"/>
            </a:pPr>
            <a:r>
              <a:rPr sz="2800"/>
              <a:t>운영체제 설정 파일을 통한 보안 점검의 중요성</a:t>
            </a:r>
          </a:p>
          <a:p>
            <a:pPr>
              <a:defRPr sz="1400"/>
            </a:pPr>
            <a:r>
              <a:rPr sz="2800"/>
              <a:t>기존 Bash 스크립트 기반 점검의 한계</a:t>
            </a:r>
          </a:p>
          <a:p>
            <a:pPr>
              <a:defRPr sz="1400"/>
            </a:pPr>
            <a:r>
              <a:rPr sz="2800"/>
              <a:t>반복되는 체크리스트, OS별 스크립트 의존성 문제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 목적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5400"/>
          </a:p>
          <a:p>
            <a:pPr>
              <a:defRPr sz="1400"/>
            </a:pPr>
            <a:r>
              <a:rPr sz="2800"/>
              <a:t>AI를 활용한 대화형 취약점 점검 방법 제안</a:t>
            </a:r>
          </a:p>
          <a:p>
            <a:pPr>
              <a:defRPr sz="1400"/>
            </a:pPr>
            <a:r>
              <a:rPr sz="2800"/>
              <a:t>운영체제 의존성을 줄이고 효율적인 점검 체계 마련</a:t>
            </a:r>
          </a:p>
          <a:p>
            <a:pPr>
              <a:defRPr sz="1400"/>
            </a:pPr>
            <a:r>
              <a:rPr sz="2800"/>
              <a:t>취약점 중심 설명 제공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5400"/>
          </a:p>
          <a:p>
            <a:pPr>
              <a:defRPr sz="1400"/>
            </a:pPr>
            <a:r>
              <a:rPr sz="2800"/>
              <a:t>Bash 스크립트 구성 요소:</a:t>
            </a:r>
          </a:p>
          <a:p>
            <a:pPr>
              <a:defRPr sz="1400"/>
            </a:pPr>
            <a:r>
              <a:rPr sz="2800"/>
              <a:t>- 파일 권한 및 소유자 점검</a:t>
            </a:r>
          </a:p>
          <a:p>
            <a:pPr>
              <a:defRPr sz="1400"/>
            </a:pPr>
            <a:r>
              <a:rPr sz="2800"/>
              <a:t>- 불필요 서비스 비활성화</a:t>
            </a:r>
          </a:p>
          <a:p>
            <a:pPr>
              <a:defRPr sz="1400"/>
            </a:pPr>
            <a:r>
              <a:rPr sz="2800"/>
              <a:t>- SSH 설정 점검</a:t>
            </a:r>
          </a:p>
          <a:p>
            <a:pPr>
              <a:defRPr sz="1400"/>
            </a:pPr>
            <a:r>
              <a:rPr sz="2800"/>
              <a:t>- 업데이트 및 포트 점검</a:t>
            </a:r>
          </a:p>
          <a:p>
            <a:pPr>
              <a:defRPr sz="1400"/>
            </a:pPr>
            <a:r>
              <a:rPr sz="2800"/>
              <a:t>한계: OS별 스크립트 상이, 신규 취약점 반영 어려움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제안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5400"/>
          </a:p>
          <a:p>
            <a:pPr>
              <a:defRPr sz="1400"/>
            </a:pPr>
            <a:r>
              <a:rPr sz="2800"/>
              <a:t>AI 기반 점검 프로세스:</a:t>
            </a:r>
          </a:p>
          <a:p>
            <a:pPr>
              <a:defRPr sz="1400"/>
            </a:pPr>
            <a:r>
              <a:rPr sz="2800"/>
              <a:t>- 자동화된 시스템 점검</a:t>
            </a:r>
          </a:p>
          <a:p>
            <a:pPr>
              <a:defRPr sz="1400"/>
            </a:pPr>
            <a:r>
              <a:rPr sz="2800"/>
              <a:t>- 보안 강화 (패치 관리, 실시간 위협 분석)</a:t>
            </a:r>
          </a:p>
          <a:p>
            <a:pPr>
              <a:defRPr sz="1400"/>
            </a:pPr>
            <a:r>
              <a:rPr sz="2800"/>
              <a:t>- 리소스 최적화, 자동 복구</a:t>
            </a:r>
          </a:p>
          <a:p>
            <a:pPr>
              <a:defRPr sz="1400"/>
            </a:pPr>
            <a:r>
              <a:rPr sz="2800"/>
              <a:t>- 지속 모니터링 및 알림</a:t>
            </a:r>
          </a:p>
          <a:p>
            <a:pPr>
              <a:defRPr sz="1400"/>
            </a:pPr>
            <a:r>
              <a:rPr sz="2800"/>
              <a:t>대화형 프롬프트 예시: 'who is access this os', 'which ports are open'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구현 예시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5400"/>
          </a:p>
          <a:p>
            <a:pPr>
              <a:defRPr sz="1400"/>
            </a:pPr>
            <a:r>
              <a:rPr sz="2800"/>
              <a:t>Python + AIExe 모듈 기반 취약점 점검 스크립트</a:t>
            </a:r>
          </a:p>
          <a:p>
            <a:pPr>
              <a:defRPr sz="1400"/>
            </a:pPr>
            <a:r>
              <a:rPr sz="2800"/>
              <a:t>- SSH 설정 검사 및 자동 수정</a:t>
            </a:r>
          </a:p>
          <a:p>
            <a:pPr>
              <a:defRPr sz="1400"/>
            </a:pPr>
            <a:r>
              <a:rPr sz="2800"/>
              <a:t>- 파일 권한·소유자 확인</a:t>
            </a:r>
          </a:p>
          <a:p>
            <a:pPr>
              <a:defRPr sz="1400"/>
            </a:pPr>
            <a:r>
              <a:rPr sz="2800"/>
              <a:t>- 불필요 서비스 상태 점검</a:t>
            </a:r>
          </a:p>
          <a:p>
            <a:pPr>
              <a:defRPr sz="1400"/>
            </a:pPr>
            <a:r>
              <a:rPr sz="2800"/>
              <a:t>- 시스템 업데이트 및 네트워크 포트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 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5400"/>
          </a:p>
          <a:p>
            <a:pPr>
              <a:defRPr sz="1400"/>
            </a:pPr>
            <a:r>
              <a:rPr sz="2800"/>
              <a:t>OS 의존성 없이 취약점 중심 설명 가능</a:t>
            </a:r>
          </a:p>
          <a:p>
            <a:pPr>
              <a:defRPr sz="1400"/>
            </a:pPr>
            <a:r>
              <a:rPr sz="2800"/>
              <a:t>포트별 서비스 및 보안 영향 자동 설명 제공</a:t>
            </a:r>
          </a:p>
          <a:p>
            <a:pPr>
              <a:defRPr sz="1400"/>
            </a:pPr>
            <a:r>
              <a:rPr sz="2800"/>
              <a:t>관리자의 매뉴얼 검색 시간 단축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한계점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5400"/>
          </a:p>
          <a:p>
            <a:pPr>
              <a:defRPr sz="1400"/>
            </a:pPr>
            <a:r>
              <a:rPr sz="2800"/>
              <a:t>AI 모델의 학습 데이터 의존성</a:t>
            </a:r>
          </a:p>
          <a:p>
            <a:pPr>
              <a:defRPr sz="1400"/>
            </a:pPr>
            <a:r>
              <a:rPr sz="2800"/>
              <a:t>새로운 취약점 탐지 한계</a:t>
            </a:r>
          </a:p>
          <a:p>
            <a:pPr>
              <a:defRPr sz="1400"/>
            </a:pPr>
            <a:r>
              <a:rPr sz="2800"/>
              <a:t>오탐 발생 가능성</a:t>
            </a:r>
          </a:p>
          <a:p>
            <a:pPr>
              <a:defRPr sz="1400"/>
            </a:pPr>
            <a:r>
              <a:rPr sz="2800"/>
              <a:t>기존 시스템 통합 시 성능 부하 가능</a:t>
            </a:r>
          </a:p>
          <a:p>
            <a:pPr>
              <a:defRPr sz="1400"/>
            </a:pPr>
            <a:r>
              <a:rPr sz="2800"/>
              <a:t>모델 결정 과정의 불투명성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 및 향후 연구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5400"/>
          </a:p>
          <a:p>
            <a:pPr>
              <a:defRPr sz="1400"/>
            </a:pPr>
            <a:r>
              <a:rPr sz="2800"/>
              <a:t>AI 기반 점검이 기존 한계를 일부 극복 가능</a:t>
            </a:r>
          </a:p>
          <a:p>
            <a:pPr>
              <a:defRPr sz="1400"/>
            </a:pPr>
            <a:r>
              <a:rPr sz="2800"/>
              <a:t>취약점 중심의 맞춤형 결과 제공</a:t>
            </a:r>
          </a:p>
          <a:p>
            <a:pPr>
              <a:defRPr sz="1400"/>
            </a:pPr>
            <a:r>
              <a:rPr sz="2800"/>
              <a:t>향후 연구: 스크립트 기반 명령 프롬프트 자동 생성 기법 개발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Bash 스크립트 코드 예시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>
                <a:latin typeface="Consolas"/>
              </a:rPr>
              <a:t>#!/bin/bash
# SSH 설정 점검
sshd_config="/etc/ssh/sshd_config"
if grep -q "^PermitRootLogin yes" $sshd_config; then
    echo "Root login permitted. Should be disabled."
fi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AI 기반 점검 코드 예시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>
                <a:latin typeface="Consolas"/>
              </a:rPr>
              <a:t>import os, subprocess
def check_ssh_config():
    with open('/etc/ssh/sshd_config', 'r') as f:
        lines = f.readlines()
    for line in lines:
        if "PermitRootLogin yes" in line:
            print("Root login permitted. Disable it.")
check_ssh_config()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00BBB-0DBD-23EE-7929-4514BCC34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Gemini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05E809-7573-861D-9322-2D877DC0F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/>
              <a:t>╭──────────────────────────────────╮</a:t>
            </a:r>
          </a:p>
          <a:p>
            <a:r>
              <a:rPr lang="ko-KR" altLang="en-US"/>
              <a:t>│  </a:t>
            </a:r>
            <a:r>
              <a:rPr lang="en-US" altLang="ko-KR"/>
              <a:t>&gt; </a:t>
            </a:r>
            <a:r>
              <a:rPr lang="ko-KR" altLang="en-US"/>
              <a:t>패스워드 길이 제한 설정 알려줘  │</a:t>
            </a:r>
          </a:p>
          <a:p>
            <a:r>
              <a:rPr lang="ko-KR" altLang="en-US"/>
              <a:t>╰──────────────────────────────────╯</a:t>
            </a:r>
          </a:p>
          <a:p>
            <a:endParaRPr lang="ko-KR" altLang="en-US"/>
          </a:p>
          <a:p>
            <a:r>
              <a:rPr lang="ko-KR" altLang="en-US"/>
              <a:t>✦ 패스워드 길이 제한은 다양한 시스템에서 설정할 수 있습니다</a:t>
            </a:r>
            <a:r>
              <a:rPr lang="en-US" altLang="ko-KR"/>
              <a:t>. </a:t>
            </a:r>
            <a:r>
              <a:rPr lang="ko-KR" altLang="en-US"/>
              <a:t>어떤 것의 패스워드 길이 제한을 설정하고</a:t>
            </a:r>
          </a:p>
          <a:p>
            <a:r>
              <a:rPr lang="ko-KR" altLang="en-US"/>
              <a:t>  싶으신가요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en-US" altLang="ko-KR"/>
              <a:t>   * Windows </a:t>
            </a:r>
            <a:r>
              <a:rPr lang="ko-KR" altLang="en-US"/>
              <a:t>운영 체제</a:t>
            </a:r>
          </a:p>
          <a:p>
            <a:r>
              <a:rPr lang="ko-KR" altLang="en-US"/>
              <a:t>   * 특정 애플리케이션</a:t>
            </a:r>
          </a:p>
          <a:p>
            <a:r>
              <a:rPr lang="ko-KR" altLang="en-US"/>
              <a:t>   * 웹 애플리케이션 또는 서버</a:t>
            </a:r>
          </a:p>
          <a:p>
            <a:r>
              <a:rPr lang="ko-KR" altLang="en-US"/>
              <a:t>   * 기타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645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7FE04-80DE-A13F-996A-2FEEF544E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Gemini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81121B-F7FA-0D4A-A50E-675521845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ko-KR" altLang="en-US"/>
              <a:t>────────────────────────────────────╮</a:t>
            </a:r>
          </a:p>
          <a:p>
            <a:r>
              <a:rPr lang="ko-KR" altLang="en-US"/>
              <a:t>│  </a:t>
            </a:r>
            <a:r>
              <a:rPr lang="en-US" altLang="ko-KR"/>
              <a:t>&gt; </a:t>
            </a:r>
            <a:r>
              <a:rPr lang="ko-KR" altLang="en-US"/>
              <a:t>현재 운영체제에 설정된 값 알려줘  │</a:t>
            </a:r>
          </a:p>
          <a:p>
            <a:r>
              <a:rPr lang="ko-KR" altLang="en-US"/>
              <a:t>╰────────────────────────────────────╯</a:t>
            </a:r>
          </a:p>
          <a:p>
            <a:endParaRPr lang="ko-KR" altLang="en-US"/>
          </a:p>
          <a:p>
            <a:r>
              <a:rPr lang="ko-KR" altLang="en-US"/>
              <a:t> ╭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╮</a:t>
            </a:r>
          </a:p>
          <a:p>
            <a:r>
              <a:rPr lang="ko-KR" altLang="en-US"/>
              <a:t> │ ✔  </a:t>
            </a:r>
            <a:r>
              <a:rPr lang="en-US" altLang="ko-KR"/>
              <a:t>Shell net accounts (</a:t>
            </a:r>
            <a:r>
              <a:rPr lang="ko-KR" altLang="en-US"/>
              <a:t>현재 운영체제의 패스워드 정책</a:t>
            </a:r>
            <a:r>
              <a:rPr lang="en-US" altLang="ko-KR"/>
              <a:t>(</a:t>
            </a:r>
            <a:r>
              <a:rPr lang="ko-KR" altLang="en-US"/>
              <a:t>길이</a:t>
            </a:r>
            <a:r>
              <a:rPr lang="en-US" altLang="ko-KR"/>
              <a:t>, </a:t>
            </a:r>
            <a:r>
              <a:rPr lang="ko-KR" altLang="en-US"/>
              <a:t>만료 기간 등</a:t>
            </a:r>
            <a:r>
              <a:rPr lang="en-US" altLang="ko-KR"/>
              <a:t>)</a:t>
            </a:r>
            <a:r>
              <a:rPr lang="ko-KR" altLang="en-US"/>
              <a:t>을 확인합니다</a:t>
            </a:r>
            <a:r>
              <a:rPr lang="en-US" altLang="ko-KR"/>
              <a:t>.)           │</a:t>
            </a:r>
          </a:p>
          <a:p>
            <a:r>
              <a:rPr lang="en-US" altLang="ko-KR"/>
              <a:t> │                                                                                                   │</a:t>
            </a:r>
          </a:p>
          <a:p>
            <a:r>
              <a:rPr lang="en-US" altLang="ko-KR"/>
              <a:t>                               │ </a:t>
            </a:r>
            <a:r>
              <a:rPr lang="ko-KR" altLang="en-US"/>
              <a:t>강제 로그오프하시겠습니까</a:t>
            </a:r>
            <a:r>
              <a:rPr lang="en-US" altLang="ko-KR"/>
              <a:t>?:     </a:t>
            </a:r>
            <a:r>
              <a:rPr lang="ko-KR" altLang="en-US"/>
              <a:t>아님</a:t>
            </a:r>
          </a:p>
          <a:p>
            <a:r>
              <a:rPr lang="ko-KR" altLang="en-US"/>
              <a:t> │                                                                                                   │</a:t>
            </a:r>
          </a:p>
          <a:p>
            <a:r>
              <a:rPr lang="ko-KR" altLang="en-US"/>
              <a:t> ╰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╯</a:t>
            </a:r>
          </a:p>
          <a:p>
            <a:r>
              <a:rPr lang="ko-KR" altLang="en-US"/>
              <a:t>✦ 현재 운영체제의 패스워드 정책은 다음과 같습니다</a:t>
            </a:r>
            <a:r>
              <a:rPr lang="en-US" altLang="ko-KR"/>
              <a:t>:</a:t>
            </a:r>
          </a:p>
          <a:p>
            <a:r>
              <a:rPr lang="en-US" altLang="ko-KR"/>
              <a:t>  </a:t>
            </a:r>
            <a:r>
              <a:rPr lang="ko-KR" altLang="en-US"/>
              <a:t>따라서</a:t>
            </a:r>
            <a:r>
              <a:rPr lang="en-US" altLang="ko-KR"/>
              <a:t>, </a:t>
            </a:r>
            <a:r>
              <a:rPr lang="ko-KR" altLang="en-US"/>
              <a:t>현재 시스템에는 최소 암호 길이에 대한 제한이 없습니다</a:t>
            </a:r>
            <a:r>
              <a:rPr lang="en-US" altLang="ko-KR"/>
              <a:t>.</a:t>
            </a:r>
            <a:r>
              <a:rPr lang="ko-KR" altLang="en-US"/>
              <a:t>알겠습니다</a:t>
            </a:r>
            <a:r>
              <a:rPr lang="en-US" altLang="ko-KR"/>
              <a:t>. </a:t>
            </a:r>
            <a:r>
              <a:rPr lang="ko-KR" altLang="en-US"/>
              <a:t>계속 진행하겠습니다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552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E384D-B4AE-F1E4-33E9-6C68EF69E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Gemini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218A47-F0AB-8E9B-F20A-66EA8088B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ko-KR" altLang="en-US"/>
              <a:t>╭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╮</a:t>
            </a:r>
          </a:p>
          <a:p>
            <a:r>
              <a:rPr lang="ko-KR" altLang="en-US"/>
              <a:t> │ ✔  </a:t>
            </a:r>
            <a:r>
              <a:rPr lang="en-US" altLang="ko-KR"/>
              <a:t>Shell secedit /export /cfg C:\Users\SAMSUNG\secpol.cfg (</a:t>
            </a:r>
            <a:r>
              <a:rPr lang="ko-KR" altLang="en-US"/>
              <a:t>시스템 보안 정책을 파일로 내보내어 패스워드 길</a:t>
            </a:r>
            <a:r>
              <a:rPr lang="en-US" altLang="ko-KR"/>
              <a:t>…  │</a:t>
            </a:r>
          </a:p>
          <a:p>
            <a:r>
              <a:rPr lang="en-US" altLang="ko-KR"/>
              <a:t> │                                                                                                             │</a:t>
            </a:r>
          </a:p>
          <a:p>
            <a:r>
              <a:rPr lang="en-US" altLang="ko-KR"/>
              <a:t>                                                                                                        │</a:t>
            </a:r>
          </a:p>
          <a:p>
            <a:r>
              <a:rPr lang="en-US" altLang="ko-KR"/>
              <a:t> │    </a:t>
            </a:r>
            <a:r>
              <a:rPr lang="ko-KR" altLang="en-US"/>
              <a:t>이 명령을 실행하는 데 필요한 권한이 없습니다</a:t>
            </a:r>
            <a:r>
              <a:rPr lang="en-US" altLang="ko-KR"/>
              <a:t>. </a:t>
            </a:r>
            <a:r>
              <a:rPr lang="ko-KR" altLang="en-US"/>
              <a:t>로컬 관리자로서 실행하고 있는지 또는 </a:t>
            </a:r>
            <a:r>
              <a:rPr lang="en-US" altLang="ko-KR"/>
              <a:t>'</a:t>
            </a:r>
            <a:r>
              <a:rPr lang="ko-KR" altLang="en-US"/>
              <a:t>관리자               │</a:t>
            </a:r>
          </a:p>
          <a:p>
            <a:r>
              <a:rPr lang="ko-KR" altLang="en-US"/>
              <a:t>                                   │ 명령 프롬프트를 열었는지 확인하십시오</a:t>
            </a:r>
            <a:r>
              <a:rPr lang="en-US" altLang="ko-KR"/>
              <a:t>.</a:t>
            </a:r>
          </a:p>
          <a:p>
            <a:r>
              <a:rPr lang="en-US" altLang="ko-KR"/>
              <a:t> │                                                                                                             │</a:t>
            </a:r>
          </a:p>
          <a:p>
            <a:r>
              <a:rPr lang="en-US" altLang="ko-KR"/>
              <a:t> ╰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╯</a:t>
            </a:r>
          </a:p>
          <a:p>
            <a:r>
              <a:rPr lang="en-US" altLang="ko-KR"/>
              <a:t>✦ </a:t>
            </a:r>
            <a:r>
              <a:rPr lang="ko-KR" altLang="en-US"/>
              <a:t>보안 정책을 확인하는 데 관리자 권한이 필요하여 실패했습니다</a:t>
            </a:r>
            <a:r>
              <a:rPr lang="en-US" altLang="ko-KR"/>
              <a:t>. </a:t>
            </a:r>
            <a:r>
              <a:rPr lang="ko-KR" altLang="en-US"/>
              <a:t>이로 인해 더 상세한 정보를 가져올 수 없습니다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  </a:t>
            </a:r>
            <a:r>
              <a:rPr lang="ko-KR" altLang="en-US"/>
              <a:t>이전에 실행했던 </a:t>
            </a:r>
            <a:r>
              <a:rPr lang="en-US" altLang="ko-KR"/>
              <a:t>net accounts </a:t>
            </a:r>
            <a:r>
              <a:rPr lang="ko-KR" altLang="en-US"/>
              <a:t>명령어의 결과로 다시 판단해보겠습니다</a:t>
            </a:r>
            <a:r>
              <a:rPr lang="en-US" altLang="ko-KR"/>
              <a:t>. </a:t>
            </a:r>
            <a:r>
              <a:rPr lang="ko-KR" altLang="en-US"/>
              <a:t>해당 명령어 실행 시 </a:t>
            </a:r>
            <a:r>
              <a:rPr lang="en-US" altLang="ko-KR"/>
              <a:t>'</a:t>
            </a:r>
            <a:r>
              <a:rPr lang="ko-KR" altLang="en-US"/>
              <a:t>최소 암호 길이</a:t>
            </a:r>
            <a:r>
              <a:rPr lang="en-US" altLang="ko-KR"/>
              <a:t>'</a:t>
            </a:r>
            <a:r>
              <a:rPr lang="ko-KR" altLang="en-US"/>
              <a:t>와</a:t>
            </a:r>
          </a:p>
          <a:p>
            <a:r>
              <a:rPr lang="ko-KR" altLang="en-US"/>
              <a:t>   같은 항목이 표시되지 않는 것은</a:t>
            </a:r>
            <a:r>
              <a:rPr lang="en-US" altLang="ko-KR"/>
              <a:t>, </a:t>
            </a:r>
            <a:r>
              <a:rPr lang="ko-KR" altLang="en-US"/>
              <a:t>해당 정책이 별도로 설정되어 있지 않음을 의미합니다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  </a:t>
            </a:r>
            <a:r>
              <a:rPr lang="ko-KR" altLang="en-US"/>
              <a:t>결론적으로</a:t>
            </a:r>
            <a:r>
              <a:rPr lang="en-US" altLang="ko-KR"/>
              <a:t>, </a:t>
            </a:r>
            <a:r>
              <a:rPr lang="ko-KR" altLang="en-US"/>
              <a:t>현재 운영 체제에는 최소 암호 길이 제한이 설정되어 있지 않습니다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781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646</Words>
  <Application>Microsoft Office PowerPoint</Application>
  <PresentationFormat>화면 슬라이드 쇼(4:3)</PresentationFormat>
  <Paragraphs>96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인공지능을 이용한 운영체제 취약점 점검에 관한 연구</vt:lpstr>
      <vt:lpstr>연구 배경</vt:lpstr>
      <vt:lpstr>연구 목적</vt:lpstr>
      <vt:lpstr>기존 방식</vt:lpstr>
      <vt:lpstr>제안 방법</vt:lpstr>
      <vt:lpstr>구현 예시</vt:lpstr>
      <vt:lpstr>실험 결과</vt:lpstr>
      <vt:lpstr>한계점</vt:lpstr>
      <vt:lpstr>결론 및 향후 연구</vt:lpstr>
      <vt:lpstr>Bash 스크립트 코드 예시</vt:lpstr>
      <vt:lpstr>Python AI 기반 점검 코드 예시</vt:lpstr>
      <vt:lpstr>Gemini</vt:lpstr>
      <vt:lpstr>Gemini</vt:lpstr>
      <vt:lpstr>Gemini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SAMSUNG</cp:lastModifiedBy>
  <cp:revision>5</cp:revision>
  <dcterms:created xsi:type="dcterms:W3CDTF">2013-01-27T09:14:16Z</dcterms:created>
  <dcterms:modified xsi:type="dcterms:W3CDTF">2025-08-15T08:19:43Z</dcterms:modified>
  <cp:category/>
</cp:coreProperties>
</file>