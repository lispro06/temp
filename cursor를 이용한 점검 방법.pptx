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686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30" Type="http://schemas.openxmlformats.org/officeDocument/2006/relationships/viewProps" Target="viewProps.xml"></Relationship><Relationship Id="rId31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6235" cy="132651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6235" cy="435229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4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42745947929.png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82171985223.png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26041024054.png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519681068260.png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3618301106737.png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635671141545.png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1982531197317.png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748251237525.png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2.xml"></Relationship><Relationship Id="rId2" Type="http://schemas.openxmlformats.org/officeDocument/2006/relationships/image" Target="../media/fImage2934731274200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635" cy="2388235"/>
          </a:xfrm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 latinLnBrk="0">
              <a:buFontTx/>
              <a:buNone/>
            </a:pPr>
            <a:r>
              <a:rPr lang="ko-KR" altLang="en-US"/>
              <a:t>cursor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635" cy="165608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142745947929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235450" y="1825625"/>
            <a:ext cx="372173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182171985223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754245" y="1825625"/>
            <a:ext cx="268414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1626041024054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469765" y="1825625"/>
            <a:ext cx="325310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1519681068260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4330700" y="1825625"/>
            <a:ext cx="353123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3618301106737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480945" y="1825625"/>
            <a:ext cx="723074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url 경로를 직접 입력</a:t>
            </a:r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1635671141545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1560830" y="1825625"/>
            <a:ext cx="907097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블럭 설정 후 command + K</a:t>
            </a:r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1982531197317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265680" y="1825625"/>
            <a:ext cx="7661274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입력 성공 후(전송 버튼을 클릭 프롬프트)</a:t>
            </a:r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2748251237525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408555" y="1825625"/>
            <a:ext cx="7375524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>
            <p:ph type="title"/>
          </p:nvPr>
        </p:nvSpPr>
        <p:spPr>
          <a:xfrm rot="0">
            <a:off x="838200" y="365125"/>
            <a:ext cx="10516235" cy="1326515"/>
          </a:xfrm>
          <a:prstGeom prst="rect"/>
        </p:spPr>
        <p:txBody>
          <a:bodyPr wrap="square" lIns="91440" tIns="45720" rIns="91440" bIns="45720" numCol="1" vert="horz" anchor="ctr">
            <a:normAutofit fontScale="100000" lnSpcReduction="0"/>
          </a:bodyPr>
          <a:lstStyle/>
          <a:p>
            <a:pPr marL="0" indent="0" rtl="0"/>
            <a:r>
              <a:rPr lang="ko-KR" altLang="en-US"/>
              <a:t>dreamhack 문제 풀이(쿠키 설정)</a:t>
            </a:r>
            <a:endParaRPr lang="ko-KR" altLang="en-US"/>
          </a:p>
        </p:txBody>
      </p:sp>
      <p:pic>
        <p:nvPicPr>
          <p:cNvPr id="3" name="내용 개체 틀 2" descr="/Users/metaverse/Library/Group Containers/L48J367XN4.com.infraware.PolarisOffice/EngineTemp/12329/fImage2934731274200.png"/>
          <p:cNvPicPr>
            <a:picLocks noChangeAspect="1"/>
          </p:cNvPicPr>
          <p:nvPr>
            <p:ph type="obj"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3698240" y="1825625"/>
            <a:ext cx="4796155" cy="4351655"/>
          </a:xfrm>
          <a:prstGeom prst="rect"/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10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po_user</dc:creator>
  <cp:lastModifiedBy>po_user</cp:lastModifiedBy>
  <dc:title>PowerPoint 프레젠테이션</dc:title>
</cp:coreProperties>
</file>