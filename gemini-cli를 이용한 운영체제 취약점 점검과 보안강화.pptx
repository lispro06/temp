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6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1"/>
    <p:sldId id="277" r:id="rId22"/>
    <p:sldId id="258" r:id="rId23"/>
    <p:sldId id="260" r:id="rId24"/>
    <p:sldId id="259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8" r:id="rId35"/>
    <p:sldId id="270" r:id="rId36"/>
    <p:sldId id="279" r:id="rId37"/>
    <p:sldId id="271" r:id="rId38"/>
    <p:sldId id="273" r:id="rId39"/>
    <p:sldId id="274" r:id="rId40"/>
    <p:sldId id="275" r:id="rId41"/>
    <p:sldId id="27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slide" Target="slides/slide12.xml"></Relationship><Relationship Id="rId32" Type="http://schemas.openxmlformats.org/officeDocument/2006/relationships/slide" Target="slides/slide13.xml"></Relationship><Relationship Id="rId33" Type="http://schemas.openxmlformats.org/officeDocument/2006/relationships/slide" Target="slides/slide14.xml"></Relationship><Relationship Id="rId34" Type="http://schemas.openxmlformats.org/officeDocument/2006/relationships/slide" Target="slides/slide15.xml"></Relationship><Relationship Id="rId35" Type="http://schemas.openxmlformats.org/officeDocument/2006/relationships/slide" Target="slides/slide16.xml"></Relationship><Relationship Id="rId36" Type="http://schemas.openxmlformats.org/officeDocument/2006/relationships/slide" Target="slides/slide17.xml"></Relationship><Relationship Id="rId37" Type="http://schemas.openxmlformats.org/officeDocument/2006/relationships/slide" Target="slides/slide18.xml"></Relationship><Relationship Id="rId38" Type="http://schemas.openxmlformats.org/officeDocument/2006/relationships/slide" Target="slides/slide19.xml"></Relationship><Relationship Id="rId39" Type="http://schemas.openxmlformats.org/officeDocument/2006/relationships/slide" Target="slides/slide20.xml"></Relationship><Relationship Id="rId40" Type="http://schemas.openxmlformats.org/officeDocument/2006/relationships/slide" Target="slides/slide21.xml"></Relationship><Relationship Id="rId41" Type="http://schemas.openxmlformats.org/officeDocument/2006/relationships/slide" Target="slides/slide22.xml"></Relationship><Relationship Id="rId42" Type="http://schemas.openxmlformats.org/officeDocument/2006/relationships/slide" Target="slides/slide23.xml"></Relationship><Relationship Id="rId43" Type="http://schemas.openxmlformats.org/officeDocument/2006/relationships/viewProps" Target="viewProps.xml"></Relationship><Relationship Id="rId44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9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gemini-cli를 이용한 운영체제 취약점 점검 및 보안강화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529590" y="399415"/>
            <a:ext cx="10516870" cy="711644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</a:t>
            </a: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~</a:t>
            </a: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%</a:t>
            </a: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curl -o- https://raw.githubusercontent.com/nvm-sh/nvm/v0.40.3/install.sh | bash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% Total    % Received % Xferd  Average Speed   Time    Time     Time  Current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                              Dload  Upload   Total   Spent    Left  Speed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100 16631  100 16631    0     0  75971      0 --:--:-- --:--:-- --:--:-- 76288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Downloading nvm from git to '/Users/metaverse/.nvm'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'/Users/metaverse/.nvm'에 복제합니다...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remote: Enumerating objects: 383, done.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remote: Counting objects: 100% (383/383), done.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remote: Compressing objects: 100% (326/326), done.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remote: Total 383 (delta 43), reused 178 (delta 29), pack-reused 0 (from 0)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오브젝트를 받는 중: 100% (383/383), 392.12 KiB | 18.67 MiB/s, 완료.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델타를 알아내는 중: 100% (43/43), 완료.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* (HEAD FETCH_HEAD 위치에서 분리됨)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master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Compressing and cleaning up git repository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87220"/>
            <a:ext cx="10516870" cy="4291330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Compressing and cleaning up git repository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Appending nvm source string to /Users/metaverse/.zshrc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Appending bash_completion source string to /Users/metaverse/.zshrc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You currently have modules installed globally with `npm`. These will no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longer be linked to the active version of Node when you install a new node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with `nvm`; and they may (depending on how you construct your `$PATH`)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override the binaries of modules installed with `nvm`: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254000"/>
            <a:ext cx="10516870" cy="5924550"/>
          </a:xfrm>
          <a:prstGeom prst="rect"/>
        </p:spPr>
        <p:txBody>
          <a:bodyPr wrap="square" lIns="91440" tIns="45720" rIns="91440" bIns="45720" numCol="1" vert="horz" anchor="t">
            <a:normAutofit fontScale="55000" lnSpcReduction="0"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/Users/metaverse/.npm-global/lib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@angular/cli@12.2.12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aiexe@1.0.140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babel@6.23.0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create-react-app@5.0.1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n@9.2.3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npx@10.2.2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typescript@4.4.4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vue-cli@2.9.6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webpack-dev-server@4.11.1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├── webpack@5.75.0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└── yarn@1.22.17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If you wish to uninstall them at a later point (or re-install them under your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`nvm` node installs), you can remove them from the system Node as follows: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  $ nvm use system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  $ npm uninstall -g a_module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290195"/>
            <a:ext cx="10516870" cy="588835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=&gt; Close and reopen your terminal to start using nvm or run the following to use it now: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export NVM_DIR="$HOME/.nvm"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[ -s "$NVM_DIR/nvm.sh" ] &amp;&amp; \. "$NVM_DIR/nvm.sh"  # This loads nvm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[ -s "$NVM_DIR/bash_completion" ] &amp;&amp; \. "$NVM_DIR/bash_completion"  # This loads nvm bash_completion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\. "$HOME/.nvm/nvm.sh"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nvm install 22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Downloading and installing node v22.18.0...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Downloading https://nodejs.org/dist/v22.18.0/node-v22.18.0-darwin-arm64.tar.xz...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######################################################################### 100.0%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Computing checksum with shasum -a 256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Checksums matched!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Your user’s .npmrc file (${HOME}/.npmrc)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92500" lnSpcReduction="0"/>
          </a:bodyPr>
          <a:lstStyle/>
          <a:p>
            <a:pPr marL="228600" indent="-228600" latinLnBrk="0"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has a `globalconfig` and/or a `prefix` setting, which are incompatible with nvm.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Run `nvm use --delete-prefix v22.18.0` to unset it.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node -v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v22.18.0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nvm current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v22.18.0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npm -v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10.9.3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7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You are running Gemini CLI in your home directory. It is recommended to run in a project-specific directory.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Get started       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How would you like to authenticate for this project?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● 1. Login with Google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 2. Use Gemini API Key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 3. Vertex AI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(Use Enter to select)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Terms of Services and Privacy Notice for Gemini CLI                           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https://github.com/google-gemini/gemini-cli/blob/main/docs/tos-privacy.md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&gt; show current user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whoami ←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whoami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Allow execution of: 'whoami'?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● 1. Yes, allow once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2. Yes, allow always ...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3. No, suggest changes (esc)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&gt; show current user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whoami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root  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root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&gt; 현재 패스워드 파일과 쉐도우 파일의 퍼미션 알려줘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ls -l /etc/passwd ←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ls -l /etc/passwd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Allow execution of: 'ls'?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● 1. Yes, allow once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2. Yes, allow always ...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3. No, suggest changes (esc)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ls -l /etc/master.passwd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&gt; 현재 패스워드 파일과 쉐도우 파일의 퍼미션 알려줘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o  Shell ls -l /etc/passwd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ls -l /etc/master.passwd ←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ls -l /etc/master.passwd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Allow execution of: 'ls'?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● 1. Yes, allow once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2. Yes, allow always ...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3. No, suggest changes (esc)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7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&gt; 현재 패스워드 파일과 쉐도우 파일의 퍼미션 알려줘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ls -l /etc/passwd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-rw-r--r--  1 root  wheel  8542  5  7  2024 /etc/passwd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ls -l /etc/master.passwd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-rw-------  1 root  wheel  9152  5  7  2024 /etc/master.passwd                                                                                                           │─────────────────────╯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 - /etc/passwd: -rw-r--r--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- /etc/master.passwd: -rw-------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&gt; 지금 네트워크 포트 오픈 상태 확인해줘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netstat -an | grep LISTEN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127.0.0.1.16117        *.*                    LISTEN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127.0.0.1.16107        *.*                    LISTEN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127.0.0.1.14440        *.*                    LISTEN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127.0.0.1.14430        *.*                    LISTEN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*.34581                *.*                    LISTEN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tcp4       0      0  *.5000                 *.*                    LISTEN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9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&gt; 패스워드 길이 제한 옵션 알려줘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pwpolicy get-global-policy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Warning: no command recognized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The command pwpolicy get-global-policy is not recognized. I will try to find the correct command to get the password policy. I'll search for "macos command line get password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policy".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⊶  GoogleSearch Searching the web for: "macos command line get password policy"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47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│ ✔  GoogleSearch Searching the web for: "macos command line get password policy"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Search results for "macos command line get password policy" returned.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pwpolicy getaccountpolicies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Getting global account policies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&lt;?xml version="1.0" encoding="UTF-8"?&gt;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&lt;!DOCTYPE plist PUBLIC "-//Apple//DTD PLIST 1.0//EN" "http://www.apple.com/DTDs/PropertyList-1.0.dtd"&gt;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&lt;plist version="1.0"&gt;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&lt;dict&gt;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&lt;key&gt;policyCategoryPasswordContent&lt;/key&gt;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3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      &lt;array&gt;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&lt;dict&gt;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&lt;key&gt;policyContent&lt;/key&gt;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&lt;string&gt;policyAttributePassword matches '^$|.{4,}+'&lt;/string&gt;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&lt;key&gt;policyContentDescription&lt;/key&gt;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&lt;dict&gt;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        &lt;key&gt;ko&lt;/key&gt;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        &lt;string&gt;4자 이상의 암호를 입력하거나 암호 필드를 비워두십시오.&lt;/string&gt;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&lt;/dict&gt;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&lt;/array&gt;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&lt;/dict&gt;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&lt;/plist&gt;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The password policy on this system is as follows: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- Minimum length: 4 characters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- It is also possible to leave the password field blank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55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&gt; 6자로 정책을 바꿔줘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 can change the password policy. To do this, I will first create a new policy file with the desired changes and then apply it.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First, I will create a file named new_policy.plist with the new policy of a minimum length of 6 characters.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WriteFile Writing to new_policy.plist ←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1 &lt;?xml version="1.0" encoding="UTF-8"?&gt;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2 &lt;!DOCTYPE plist PUBLIC "-//Apple//DTD PLIST 1.0//EN" "http://www.apple.com/DTDs/PropertyList-1.0.dtd"&gt;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3 &lt;plist version="1.0"&gt;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4 &lt;dict&gt;                                     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5     &lt;key&gt;policyCategoryPasswordContent&lt;/key&gt;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3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│  6     &lt;array&gt;  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7         &lt;dict&gt;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8             &lt;key&gt;policyContent&lt;/key&gt;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9             &lt;string&gt;policyAttributePassword matches '^$|.{6,}+'&lt;/string&gt;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10             &lt;key&gt;policyIdentifier&lt;/key&gt;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11             &lt;string&gt;com.apple.policy.legacy.minChars&lt;/string&gt;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12             &lt;key&gt;policyParameters&lt;/key&gt;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13             &lt;dict&gt;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14                 &lt;key&gt;minimumLength&lt;/key&gt;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15                 &lt;integer&gt;6&lt;/integer&gt;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16             &lt;/dict&gt;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17         &lt;/dict&gt;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18     &lt;/array&gt; 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19 &lt;/dict&gt;      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20 &lt;/plist&gt;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I have created the new policy file. Now, I will apply this new policy to the system. This command will set the new password policy.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pwpolicy setaccountpolicies /Users/metaverse/new_policy.plist (Set the system account policies from a property list file.) ←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pwpolicy setaccountpolicies /Users/metaverse/new_policy.plist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Allow execution of: 'pwpolicy'?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● 1. Yes, allow once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2. Yes, allow always ...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3. No, suggest changes (esc)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25000" lnSpcReduction="0"/>
          </a:bodyPr>
          <a:lstStyle/>
          <a:p>
            <a:pPr marL="228600" indent="-228600" latinLnBrk="0"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 have applied the new policy. Now I will verify the change by retrieving the current password policy.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pwpolicy getaccountpolicies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Getting global account policies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&lt;?xml version="1.0" encoding="UTF-8"?&gt;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&lt;!DOCTYPE plist PUBLIC "-//Apple//DTD PLIST 1.0//EN" "http://www.apple.com/DTDs/PropertyList-1.0.dtd"&gt;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&lt;plist version="1.0"&gt;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&lt;dict&gt; 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&lt;key&gt;policyCategoryPasswordContent&lt;/key&gt;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&lt;array&gt;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&lt;dict&gt;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&lt;key&gt;policyContent&lt;/key&gt;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&lt;string&gt;policyAttributePassword matches '^$|.{6,}+'&lt;/string&gt;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&lt;key&gt;policyIdentifier&lt;/key&gt;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&lt;string&gt;com.apple.policy.legacy.minChars&lt;/string&gt;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&lt;key&gt;policyParameters&lt;/key&gt;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&lt;dict&gt;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        &lt;key&gt;minimumLength&lt;/key&gt;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        &lt;integer&gt;6&lt;/integer&gt;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        &lt;/dict&gt;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        &lt;/dict&gt;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        &lt;/array&gt;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&lt;/dict&gt; 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&lt;/plist&gt;   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╰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╯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The password policy has been successfully changed to a minimum of 6 characters.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 latinLnBrk="0"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I will now remove the temporary policy file that was created.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?  Shell rm /Users/metaverse/new_policy.plist (Remove the temporary new_policy.plist file.) ←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rm /Users/metaverse/new_policy.plist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Allow execution of: 'rm'?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● 1. Yes, allow once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2. Yes, allow always ...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3. No, suggest changes (esc)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 will now remove the temporary policy file that was created.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rm /Users/metaverse/new_policy.plist (Remove the temporary new_policy.plist file.)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The temporary policy file has been removed.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 latinLnBrk="0">
              <a:buFont typeface="나눔고딕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sudo sysadminctl -addUser test -password 1111 interactive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2025-08-15 12:55:27.892 sysadminctl[6028:54380] New account password error.  (5402)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metaverse@metaverseui-MacBookAir ~ % sudo sysadminctl -addUser test -password 111111 interactive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2025-08-15 12:55:40.147 sysadminctl[6064:54804] Creating user record…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2025-08-15 12:55:42.776 sysadminctl[6064:54804] Assigning UID: 504 GID: 20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2025-08-15 12:55:45.192 sysadminctl[6064:54804] Creating home directory at /Users/test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23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po_user</dc:creator>
  <cp:lastModifiedBy>po_user</cp:lastModifiedBy>
  <dc:title>PowerPoint 프레젠테이션</dc:title>
</cp:coreProperties>
</file>